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Mesh Alpha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Exact native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People and finance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three hires after the revised cash-flow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